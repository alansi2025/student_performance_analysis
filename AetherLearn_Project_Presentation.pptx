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0121A"/>
          </a:solidFill>
          <a:ln w="12700">
            <a:solidFill>
              <a:srgbClr val="253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998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3DF5"/>
                </a:solidFill>
              </a:defRPr>
            </a:pPr>
            <a:r>
              <a:t>AETHERLEARN AI EDUCATION SUITE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Student Performance Analytics &amp; Learning Platform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Continuous 200-Mark Assessment • Student &amp; Mentor Portals • GCP Cloud Storage &amp; NPTEL Ecosystem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Comprehensive Industrial Project Presentation | Real Application Live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3DF5"/>
                </a:solidFill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Educational Challenges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32588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3F5E"/>
                </a:solidFill>
              </a:defRPr>
            </a:pPr>
            <a:r>
              <a:t>01.  Opaque Single-Test Grading Systems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Traditional academic portals evaluate students strictly on final exams, failing to capture sessional tests, practical coding projects, lab documentation, and oral viva.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728655" cy="132588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253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53DF5"/>
                </a:solidFill>
              </a:defRPr>
            </a:pPr>
            <a:r>
              <a:t>02.  Static One-Size-Fits-All Learning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Conventional LMS platforms provide identical course paths regardless of student neural efficiency, stress indicators, or individual skill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32588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0B981"/>
                </a:solidFill>
              </a:defRPr>
            </a:pPr>
            <a:r>
              <a:t>03.  Disconnected Cloud &amp; Open Course Ecosystems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NPTEL/Swayam courses and cloud file storage engines operate in separate silos, requiring manual data synchronization and untracked asset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3DF5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AetherLearn Platform Architecture &amp;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56432" cy="466344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200-Mark Continuous Assessment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Evaluates Major Exams (70), Minor Exams (30), Projects (50), Reports (30), and Viva (20) with transparent grade tracking on both Student &amp; Mentor portals.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56432" cy="466344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253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4592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53DF5"/>
                </a:solidFill>
              </a:defRPr>
            </a:pPr>
            <a:r>
              <a:t>Adaptive AI Tutor &amp; PYQ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Powered by Gemini 3.6 Flash LLM and PyMuPDF/PaddleOCR for multi-turn academic dialogues and automated Past-Year Question paper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56432" cy="466344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64592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8B5CF6"/>
                </a:solidFill>
              </a:defRPr>
            </a:pPr>
            <a:r>
              <a:t>Cloud Storage &amp; NPTEL Ecosystem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Direct integration with GCP Bucket (`studentperformance-498100-storage`) and official NPTEL Swayam course portal linking for IIT courses.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3DF5"/>
                </a:solidFill>
              </a:defRPr>
            </a:pPr>
            <a:r>
              <a:t>LIVE DEMO: PLATFORM LANDING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Landing Page &amp; Curriculum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253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3DF5"/>
                </a:solidFill>
              </a:defRPr>
            </a:pPr>
            <a:r>
              <a:t>Key Feature Highlights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AetherLearn Suite: Clean dark/light theme engine with particle background.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Curriculum Exploration: View neural computing, machine learning, and AI modules.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Quick Access: Seamless sign-in portal and active course enrollment.</a:t>
            </a:r>
          </a:p>
        </p:txBody>
      </p:sp>
      <p:pic>
        <p:nvPicPr>
          <p:cNvPr id="7" name="Picture 6" descr="01_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3DF5"/>
                </a:solidFill>
              </a:defRPr>
            </a:pPr>
            <a:r>
              <a:t>LIVE DEMO: LOGIN &amp;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Role-Based Authentication &amp; Google OAuth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Key Feature Highlights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Multi-Role Switcher: Dedicated login modes for Students and Teachers/Mentors.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Google OAuth Integration: Single sign-on authentication via Google Accounts.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Auto-Account Provisioning: Dynamic role assignment and session management.</a:t>
            </a:r>
          </a:p>
        </p:txBody>
      </p:sp>
      <p:pic>
        <p:nvPicPr>
          <p:cNvPr id="7" name="Picture 6" descr="02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3DF5"/>
                </a:solidFill>
              </a:defRPr>
            </a:pPr>
            <a:r>
              <a:t>LIVE DEMO: STUDENT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Student Dashboard &amp; 200-Mark Evaluation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253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3DF5"/>
                </a:solidFill>
              </a:defRPr>
            </a:pPr>
            <a:r>
              <a:t>Key Feature Highlights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200-Mark Assessment Scheme: Major (70), Minor (30), Project (50), Report (30), Viva (20).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Dynamic Profile Greetings: Dynamic user initials and synchronized name tags.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Neural Efficiency Index: Real-time efficiency metrics (94%) and active study modules.</a:t>
            </a:r>
          </a:p>
        </p:txBody>
      </p:sp>
      <p:pic>
        <p:nvPicPr>
          <p:cNvPr id="7" name="Picture 6" descr="03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3DF5"/>
                </a:solidFill>
              </a:defRPr>
            </a:pPr>
            <a:r>
              <a:t>LIVE DEMO: STUDENT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Performance Analytics &amp; Assessment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CF6"/>
                </a:solidFill>
              </a:defRPr>
            </a:pPr>
            <a:r>
              <a:t>Key Feature Highlights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Non-Week Category Breakdown: Major Exams (92%), Minor Projects (84%), Weekly Tasks (96%).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Interactive SVG Curves: Visual mastery curves comparing target vs actual progress.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Doughnut Weight Charts: Multi-dimensional assessment category distribution.</a:t>
            </a:r>
          </a:p>
        </p:txBody>
      </p:sp>
      <p:pic>
        <p:nvPicPr>
          <p:cNvPr id="7" name="Picture 6" descr="04_student_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3DF5"/>
                </a:solidFill>
              </a:defRPr>
            </a:pPr>
            <a:r>
              <a:t>LIVE DEMO: PROFILE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Student Profile &amp; Connectivity 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Key Feature Highlights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Personal Info Sync: Dynamic profile updates for Telegram, Gmail, and Phone.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Institutional Integrations: Connect LMS credentials with Google Cloud Storage.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Theme Preference: Synchronized light/dark mode preference persistent in browser.</a:t>
            </a:r>
          </a:p>
        </p:txBody>
      </p:sp>
      <p:pic>
        <p:nvPicPr>
          <p:cNvPr id="7" name="Picture 6" descr="05_student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3DF5"/>
                </a:solidFill>
              </a:defRPr>
            </a:pPr>
            <a:r>
              <a:t>LIVE DEMO: TEACHER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Educator Console &amp; Cohort Health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43F5E"/>
                </a:solidFill>
              </a:defRPr>
            </a:pPr>
            <a:r>
              <a:t>Key Feature Highlights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Cohort Management: Track course mastery, alert rates, and student counts.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Intervention &amp; Alert System: Code Red risk alerts for low engagement/high stress.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Grading Queue: Review, grade, and provide feedback on student project submissions.</a:t>
            </a:r>
          </a:p>
        </p:txBody>
      </p:sp>
      <p:pic>
        <p:nvPicPr>
          <p:cNvPr id="7" name="Picture 6" descr="06_ment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3DF5"/>
                </a:solidFill>
              </a:defRPr>
            </a:pPr>
            <a:r>
              <a:t>LIVE DEMO: TEACHER GRADING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Mentor Student Selection &amp; 200-Mark Grading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Key Feature Highlights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Dual Header Selectors: Select course and individual student from header bar.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Individual 200-Mark Matrix: View student score out of 200 (e.g. 124 / 200 - 62%).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•  Granular Component Progress: Visual progress bars for Major, Minor, Project, Report, and Viva.</a:t>
            </a:r>
          </a:p>
        </p:txBody>
      </p:sp>
      <p:pic>
        <p:nvPicPr>
          <p:cNvPr id="7" name="Picture 6" descr="07_mentor_200mar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3DF5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Architecture &amp; Cloud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66944" cy="210312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253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01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3DF5"/>
                </a:solidFill>
              </a:defRPr>
            </a:pPr>
            <a:r>
              <a:t>Frontend Layer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React 18 + Vite + Vanilla CSS Keyframe Animations (`animate-float-slow`, `animate-login-card`, `animate-dropdown-pop`).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63040"/>
            <a:ext cx="5266944" cy="210312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4224" y="1600200"/>
            <a:ext cx="4901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Backend REST API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FastAPI + Python 3.14 + SQLAlchemy ORM + Pydantic v2 data models + HTTP Session Security.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66944" cy="210312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901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B5CF6"/>
                </a:solidFill>
              </a:defRPr>
            </a:pPr>
            <a:r>
              <a:t>Google Cloud Storage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GCP Project `studentperformance-498100` + Bucket `studentperformance-498100-storage` for resume and media asset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840480"/>
            <a:ext cx="5266944" cy="210312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3977640"/>
            <a:ext cx="4901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3F5E"/>
                </a:solidFill>
              </a:defRPr>
            </a:pPr>
            <a:r>
              <a:t>AI &amp; Analytics Engine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Gemini 3.6 Flash LLM + PyMuPDF + PaddleOCR for document parsing and past-year question paper solving.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3DF5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Summary, Impact &amp; Project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Key Achievements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✓  Multi-Role Console for Students, Educators, and Overseers.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✓  Continuous 200-Mark Assessment Matrix on Student &amp; Mentor Portals.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✓  GCP Cloud Storage &amp; NPTEL Swayam Course Integration.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✓  Live Gemini 3.6 Flash AI Tutoring &amp; PYQ Question Breakdown.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141620"/>
          </a:solidFill>
          <a:ln w="12700">
            <a:solidFill>
              <a:srgbClr val="253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76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53DF5"/>
                </a:solidFill>
              </a:defRPr>
            </a:pPr>
            <a:r>
              <a:t>Future Evolution Roadmap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➔  Native Mobile App (React Native / iOS &amp; Android).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➔  Automated Voice Viva Assistant using Gemini Live WebSockets API.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➔  Blockchain-verified Micro-Credentials &amp; Skill Badges.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➔  Predictive Dropout Risk Intervention via BigQuery 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